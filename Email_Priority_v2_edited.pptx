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0.746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0.705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5852160" cy="5033772"/>
          </a:xfrm>
          <a:prstGeom prst="rect">
            <a:avLst/>
          </a:prstGeom>
          <a:solidFill>
            <a:srgbClr val="1A3466"/>
          </a:solidFill>
          <a:ln w="12700">
            <a:solidFill>
              <a:srgbClr val="1A34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109728"/>
            <a:ext cx="3291840" cy="50337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731520"/>
            <a:ext cx="2926080" cy="2926080"/>
          </a:xfrm>
          <a:prstGeom prst="ellipse">
            <a:avLst/>
          </a:prstGeom>
          <a:solidFill>
            <a:srgbClr val="3B82F6">
              <a:alpha val="12000"/>
            </a:srgbClr>
          </a:solidFill>
          <a:ln w="190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188720"/>
            <a:ext cx="2011680" cy="201168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960120"/>
            <a:ext cx="23774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DISSERTATION  · 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Email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Classifier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02920" y="318211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computer to read your emails 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which ones need your attention first.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041648"/>
            <a:ext cx="22860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160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4622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U2911515  ·  University of East London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46725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Digital Technologies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3703320"/>
            <a:ext cx="2286000" cy="219456"/>
          </a:xfrm>
          <a:prstGeom prst="rect">
            <a:avLst/>
          </a:prstGeom>
          <a:solidFill>
            <a:srgbClr val="DC2626">
              <a:alpha val="80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703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72200" y="3986784"/>
            <a:ext cx="2286000" cy="219456"/>
          </a:xfrm>
          <a:prstGeom prst="rect">
            <a:avLst/>
          </a:prstGeom>
          <a:solidFill>
            <a:srgbClr val="D97706">
              <a:alpha val="8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3986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72200" y="4270248"/>
            <a:ext cx="2286000" cy="219456"/>
          </a:xfrm>
          <a:prstGeom prst="rect">
            <a:avLst/>
          </a:prstGeom>
          <a:solidFill>
            <a:srgbClr val="0D9488">
              <a:alpha val="8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42702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4553712"/>
            <a:ext cx="2286000" cy="219456"/>
          </a:xfrm>
          <a:prstGeom prst="rect">
            <a:avLst/>
          </a:prstGeom>
          <a:solidFill>
            <a:srgbClr val="94A3B8">
              <a:alpha val="8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45537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72200" y="34564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Priority Levels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—  Too Many Emails, Too Little Time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051560"/>
            <a:ext cx="54864" cy="2103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170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548640" y="19933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received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worker every 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9923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Radicati Group, 2023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0" y="105156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51560"/>
            <a:ext cx="54864" cy="2103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170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3383280" y="19933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working week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email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99923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Global Institute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035040" y="105156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051560"/>
            <a:ext cx="54864" cy="21031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170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23m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6217920" y="19933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every 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switch tasks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299923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Mark, Gudith &amp; Klocke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8412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337560"/>
            <a:ext cx="54864" cy="1417320"/>
          </a:xfrm>
          <a:prstGeom prst="rect">
            <a:avLst/>
          </a:prstGeom>
          <a:solidFill>
            <a:srgbClr val="1A3466"/>
          </a:solidFill>
          <a:ln w="12700">
            <a:solidFill>
              <a:srgbClr val="1A34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4015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tools fall short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3712464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email apps still rely on hand-built rules — sender lists, keyword filters, folder rules. These break easily: if someone phrases their message slightly differently, the rule misses it. One missed urgent email can cost a deadline, a deal, or an exam slot. What we need is a system that actually understands the message.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 —  Let AI Decide What Needs Attention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05840"/>
            <a:ext cx="54864" cy="3657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5087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481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email — sender, subject, and body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07568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0482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each email one of four priority labels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64261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26151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words drove the decision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20954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182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 full history you can search any time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77647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749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safe rules if confidence is too low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09160" y="1024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priority levels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37160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371600"/>
            <a:ext cx="54864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1508760"/>
            <a:ext cx="91440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5087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33872" y="14447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action right now.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33872" y="17190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server down, breach detected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17627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176272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2313432"/>
            <a:ext cx="91440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3134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33872" y="22494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 today.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33872" y="25237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meeting request, sign-off needed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980944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980944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8032" y="3118104"/>
            <a:ext cx="91440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3118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833872" y="30540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when you get a chance.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33872" y="33284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routine update, colleague question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785616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785616"/>
            <a:ext cx="54864" cy="7132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8032" y="3922776"/>
            <a:ext cx="914400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39227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833872" y="3858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rush — or skip entirely.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833872" y="41330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newsletter, automatic digest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 —  How Everything Fits Together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1207008"/>
            <a:ext cx="640080" cy="64008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Email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23113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Sender, subject,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&amp; date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59152" y="18745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56032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207008"/>
            <a:ext cx="640080" cy="640080"/>
          </a:xfrm>
          <a:prstGeom prst="ellipse">
            <a:avLst/>
          </a:prstGeom>
          <a:solidFill>
            <a:srgbClr val="1A3466"/>
          </a:solidFill>
          <a:ln w="12700">
            <a:solidFill>
              <a:srgbClr val="1A34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0604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06040" y="223113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62272" y="18745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6344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57800" y="1207008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0916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09160" y="223113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65392" y="18745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76656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60920" y="1207008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1228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+ Why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12280" y="223113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Label, confidence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top words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3127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components working together: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1480" y="3456432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11480" y="3456432"/>
            <a:ext cx="54864" cy="12801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529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(the brain)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" y="384048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the AI work — feature extraction, model training, scoring, and explaining each decision. Runs as a web service (Flask) so any app can talk to it.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3456432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456432"/>
            <a:ext cx="54864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529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 on Rails  (the face)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37760" y="384048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web dashboard where you paste an email, see the priority result, browse your history, and check model status.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 —  Real Emails from Public Datasets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4206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05840"/>
            <a:ext cx="54864" cy="2743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emails came from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1417320"/>
            <a:ext cx="1554480" cy="38404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" y="1417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65960" y="1417320"/>
            <a:ext cx="1600200" cy="38404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0824" y="14173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66160" y="1417320"/>
            <a:ext cx="914400" cy="38404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21024" y="14173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1837944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" y="18379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Enron Emails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65960" y="1837944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20824" y="183794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company emails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66160" y="183794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21024" y="183794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~500,000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2258568"/>
            <a:ext cx="155448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" y="22585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SpamAssassin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965960" y="2258568"/>
            <a:ext cx="160020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20824" y="22585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&amp; spam reference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66160" y="2258568"/>
            <a:ext cx="91440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21024" y="22585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~6,000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2679192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" y="2679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sample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965960" y="2679192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20824" y="26791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testing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66160" y="267919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21024" y="26791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3099816"/>
            <a:ext cx="155448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" y="30998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set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965960" y="3099816"/>
            <a:ext cx="160020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20824" y="309981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only (held out)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566160" y="3099816"/>
            <a:ext cx="91440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21024" y="309981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" y="3547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capped at 4,000 emails so the full pipeline could run on a normal laptop.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1005840"/>
            <a:ext cx="54864" cy="3749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1078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email was labelled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92040" y="1371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defined a set of signal phrases for each priority level based on real email patterns: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28032" y="1874520"/>
            <a:ext cx="96012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18745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28032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"urgent", "ASAP", "action required", "breach detected", "immediate attention", "critical alert", "respond immediately", "do not ignore", "escalate now"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28032" y="2587752"/>
            <a:ext cx="96012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258775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28032" y="28437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"deadline", "please respond", "by end of day", "sign-off"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28032" y="3300984"/>
            <a:ext cx="96012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28032" y="33009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28032" y="35570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"quick update", "sharing for awareness", "routine check-in"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28032" y="4014216"/>
            <a:ext cx="960120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401421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828032" y="4270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"FYI", "newsletter", "unsubscribe", "view in browser"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 —  What We Read From Each Email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 each email into numbers the AI can work with — 1,460 measurements per email: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353312"/>
            <a:ext cx="54864" cy="33832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426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 (13 features)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" y="1828800"/>
            <a:ext cx="182880" cy="18288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1801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domain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" y="2331720"/>
            <a:ext cx="182880" cy="18288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23042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recipients, CC, BCC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" y="2834640"/>
            <a:ext cx="182880" cy="18288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2807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sent — hour of day, weekday / weekend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" y="3337560"/>
            <a:ext cx="182880" cy="18288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length and body length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" y="3840480"/>
            <a:ext cx="182880" cy="18288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3813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/ forward flags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46120" y="1353312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1353312"/>
            <a:ext cx="54864" cy="3383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1426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signals  (6 features)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10712" y="182880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66744" y="1801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urgent words (e.g. urgent, ASAP)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10712" y="233172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66744" y="23042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phrase detected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10712" y="283464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66744" y="2807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Exclamation mark count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10712" y="333756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66744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mark in body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10712" y="384048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66744" y="3813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depth (how many replies deep)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10712" y="434340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66744" y="43159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mentioned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72200" y="1353312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72200" y="1353312"/>
            <a:ext cx="54864" cy="3383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6792" y="1426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text  (1,441 features)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36792" y="18288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92824" y="1801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+ body combined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36792" y="233172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92824" y="23042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and bigrams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36792" y="283464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92824" y="2807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weighted by how rare they are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36792" y="333756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92824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out very common and very rare words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" y="4645152"/>
            <a:ext cx="850392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02920" y="4645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13 metadata + 6 urgency + 1,441 TF-IDF = 1,460 features per email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896112"/>
          </a:xfrm>
          <a:prstGeom prst="rect">
            <a:avLst/>
          </a:prstGeom>
          <a:solidFill>
            <a:srgbClr val="1A3466"/>
          </a:solidFill>
          <a:ln w="12700">
            <a:solidFill>
              <a:srgbClr val="1A34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19456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2011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—  Feature Engineering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6583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extract urgency signals and convert email text into numbers (feature_engineering.py)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" y="1115568"/>
            <a:ext cx="4206240" cy="37033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15568"/>
            <a:ext cx="4206240" cy="27432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115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urgency_features.py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081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081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2648" y="140817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def 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extract_urgency_features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(df):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5910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5910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" y="15910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"""Detect urgency signals in each email."""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17739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17739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2648" y="177393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feats = pd.DataFrame()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19568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1956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2648" y="195681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1396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2648" y="213969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# Count urgent words in subject + body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23225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3225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2648" y="232257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feats[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"urgency_count"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texts.apply(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25054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25054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2648" y="25054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t: 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for kw in KEYWORDS if kw in t)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26883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6883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2648" y="268833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28712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28712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2648" y="287121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" y="30540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30540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2648" y="305409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# Detect deadline phrases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32369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32369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2648" y="323697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feats[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"has_deadline"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texts.str.contains(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" y="34198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34198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2648" y="34198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r"\b(deadline|by eod|due date)\b"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36027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" y="36027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2648" y="360273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).astype(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8600" y="37856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37856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2648" y="378561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39684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39684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2648" y="396849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feats[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"exclamations"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"body"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].apply(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28600" y="41513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4151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12648" y="415137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b: str(b).count(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28600" y="43342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" y="43342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12648" y="43342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28600" y="45171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" y="45171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12648" y="451713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feats.astype(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663440" y="1115568"/>
            <a:ext cx="4251960" cy="37033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663440" y="1115568"/>
            <a:ext cx="4251960" cy="27432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54880" y="11155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tfidf_features.py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63440" y="14081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63440" y="14081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047488" y="140817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def 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build_tfidf_features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(df, vectorizer=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663440" y="15910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63440" y="15910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047488" y="159105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"""Convert email text to a numeric matrix."""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663440" y="17739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63440" y="17739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047488" y="177393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texts = (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663440" y="19568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63440" y="1956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047488" y="195681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df[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"subject"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].fillna(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663440" y="21396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63440" y="21396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047488" y="213969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+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663440" y="23225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63440" y="23225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5047488" y="232257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df[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"body"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].fillna(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25054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663440" y="25054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047488" y="250545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).tolist()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663440" y="26883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663440" y="26883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5047488" y="268833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663440" y="28712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663440" y="28712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5047488" y="287121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vectorizer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663440" y="30540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663440" y="30540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5047488" y="305409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vectorizer = TfidfVectorizer(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663440" y="32369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663440" y="32369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5047488" y="323697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max_features=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4663440" y="34198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663440" y="34198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5047488" y="341985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ngram_range=(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663440" y="36027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663440" y="36027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5047488" y="360273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sublinear_tf=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4663440" y="37856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663440" y="37856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5047488" y="378561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min_df=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max_df=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0.95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4663440" y="39684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663440" y="39684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5047488" y="396849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)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663440" y="41513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663440" y="4151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5047488" y="415137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X = vectorizer.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fit_transform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(texts)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4663440" y="43342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663440" y="43342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5047488" y="433425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X = vectorizer.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(texts)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4663440" y="45171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663440" y="45171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5047488" y="451713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X, vectorizer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228600" y="479145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feature extraction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4663440" y="4791456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vectoriser (text to numbers)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Models  —  Three Approaches Compared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trained and compared three models on the same data, with identical evaluation rules: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353312"/>
            <a:ext cx="54864" cy="3200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" y="1463040"/>
            <a:ext cx="457200" cy="45720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9848" y="14447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9848" y="17373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rule-follower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" y="2066544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which features (words, metadata) push an email toward each priority. Uses a straightforward formula. Fast, transparent — easy to understand and audit.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" y="3127248"/>
            <a:ext cx="246888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401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used:  Meta + TF-IDF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27832" y="135331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27832" y="1353312"/>
            <a:ext cx="54864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92424" y="14630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9242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77640" y="14447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77640" y="17373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from many trees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92424" y="2066544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hundreds of decision trees and lets them vote. Great at catching feature interactions that a linear model misses.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92424" y="3127248"/>
            <a:ext cx="24688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92424" y="3401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used:  All 1,460 features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35624" y="135331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35624" y="1353312"/>
            <a:ext cx="54864" cy="3200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0216" y="146304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021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85432" y="14447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85432" y="17373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its mistakes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0216" y="2066544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trees one by one — each new tree focuses on correcting the errors the previous ones made. Very accurate on structured tabular data.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0216" y="3127248"/>
            <a:ext cx="2468880" cy="27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3401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used:  All 1,460 features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645152"/>
            <a:ext cx="850392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4645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models: stratified 80/20 split  ·  5-fold cross-validation  ·  random_state = 42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896112"/>
          </a:xfrm>
          <a:prstGeom prst="rect">
            <a:avLst/>
          </a:prstGeom>
          <a:solidFill>
            <a:srgbClr val="1A3466"/>
          </a:solidFill>
          <a:ln w="12700">
            <a:solidFill>
              <a:srgbClr val="1A34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19456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2011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—  Model Training &amp; Selection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6583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train Logistic Regression and XGBoost, then auto-select the winner (train_models.py)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" y="1115568"/>
            <a:ext cx="4206240" cy="37033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15568"/>
            <a:ext cx="4206240" cy="27432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115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train_logistic_regression()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081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081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2648" y="140817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def 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train_logistic_regression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(features):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5910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5910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" y="15910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X = np.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hstack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([features[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"X_meta"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17739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17739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2648" y="177393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features[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"X_tfidf"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].toarray()])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19568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1956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2648" y="195681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y = features[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1396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2648" y="213969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23225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3225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2648" y="232257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# Balance classes before training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25054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25054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2648" y="25054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X_train, y_train = 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apply_smote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(X_tr, y_tr)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26883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6883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2648" y="268833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28712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28712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2648" y="287121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model = LogisticRegression(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" y="30540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30540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2648" y="305409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max_iter=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32369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32369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2648" y="323697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solver=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"lbfgs"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" y="34198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34198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2648" y="34198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multi_class=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"multinomial"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36027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" y="36027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2648" y="360273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8600" y="37856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37856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2648" y="378561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model.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(X_train, y_train)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39684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39684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2648" y="396849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28600" y="41513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4151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12648" y="415137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joblib.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dump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(model, LR_MODEL_PATH)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28600" y="43342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" y="43342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12648" y="43342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eval_metrics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(y_test, model.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(X_test))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1115568"/>
            <a:ext cx="4251960" cy="37033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63440" y="1115568"/>
            <a:ext cx="4251960" cy="27432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54880" y="11155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train_xgboost()  +  auto-select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663440" y="14081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63440" y="14081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047488" y="140817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xgb.XGBClassifier(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663440" y="15910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63440" y="15910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047488" y="159105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n_estimators=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663440" y="17739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63440" y="17739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047488" y="177393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max_depth=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learning_rate=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663440" y="19568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63440" y="1956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047488" y="195681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subsample=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colsample_bytree=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663440" y="21396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63440" y="21396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047488" y="213969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eval_metric=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"mlogloss"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tree_method=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"hist"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663440" y="23225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63440" y="23225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047488" y="232257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663440" y="25054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63440" y="25054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5047488" y="250545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(X_train, y_train, eval_set=[...])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26883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663440" y="26883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047488" y="268833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663440" y="28712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663440" y="28712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5047488" y="287121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Auto-select the best model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663440" y="30540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663440" y="30540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5047488" y="305409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def 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select_best_model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(results):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663440" y="32369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663440" y="32369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5047488" y="323697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663440" y="34198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663440" y="34198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5047488" y="341985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results,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4663440" y="36027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663440" y="36027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5047488" y="360273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key=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r: r[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"macro_f1"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663440" y="37856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663440" y="37856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5047488" y="378561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)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4663440" y="39684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663440" y="39684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5047488" y="396849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4663440" y="41513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663440" y="4151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5047488" y="415137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Safety net: fallback if accuracy &lt; 0.75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663440" y="43342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663440" y="43342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5047488" y="433425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best[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"accuracy"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] &lt; 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0.75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route_to_fallback()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228600" y="47365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training with SMOTE balancing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4663440" y="4736592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setup  +  automatic best-model selection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—  How Well Did Each Model Perform?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9601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800 emails the AI had never seen before. Two scores: Accuracy and Macro F1.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20040" y="1298448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486400" y="1298448"/>
            <a:ext cx="33375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0" y="1298448"/>
            <a:ext cx="54864" cy="9875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50992" y="13898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74.6% accurate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50992" y="16459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model got 3 out of 4 emails right on data it had never seen — a solid real-world baseline.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0" y="2395728"/>
            <a:ext cx="33375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0" y="2395728"/>
            <a:ext cx="54864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50992" y="24871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XGBoost: 91%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650992" y="27432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scores — because our labels were defined by clear signal phrases. The models memorised those signals flawlessly.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0" y="3493008"/>
            <a:ext cx="33375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0" y="3493008"/>
            <a:ext cx="54864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50992" y="3584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benchmark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50992" y="38404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gives the most realistic picture of how the system would handle entirely new, unseen emails in production.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Scores  —  What Do These Numbers Mean?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are used to judge how well a classifier works: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371600"/>
            <a:ext cx="8503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371600"/>
            <a:ext cx="54864" cy="9875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371600"/>
            <a:ext cx="1280160" cy="987552"/>
          </a:xfrm>
          <a:prstGeom prst="rect">
            <a:avLst/>
          </a:prstGeom>
          <a:solidFill>
            <a:srgbClr val="1E40AF">
              <a:alpha val="15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1426464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says CRITICAL, is it right?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37360" y="17007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all the emails labelled Critical, how many were actually Critical?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40680" y="17007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flags 10 emails as Critical and 8 really are — precision is 80%.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450592"/>
            <a:ext cx="8503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50592"/>
            <a:ext cx="54864" cy="9875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450592"/>
            <a:ext cx="1280160" cy="987552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450592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37360" y="2505456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find all the CRITICAL ones?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37360" y="27797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all the emails that truly are Critical, how many did the model catch?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40680" y="277977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 are 10 real Critical emails and the model finds 7 — recall is 70%.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529584"/>
            <a:ext cx="8503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529584"/>
            <a:ext cx="54864" cy="9875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529584"/>
            <a:ext cx="1280160" cy="987552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529584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737360" y="3584448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both precise AND thorough?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37360" y="38587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 that balances Precision and Recall. A high F1 means the model is both accurate AND catches most of what matters.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0680" y="38587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above 0.75 is our target — the model clears it on all 4 classes.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608576"/>
            <a:ext cx="850392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46085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"Macro F1" averages the F1 score across all 4 classes equally — so the model cannot hide a weakness in one class by doing well in others.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Go Wrong?  —  A Look at the Mistakes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9601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for Logistic Regression on the 800-email test set.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325880"/>
            <a:ext cx="9144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/ Predicted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280160" y="1325880"/>
            <a:ext cx="914400" cy="33284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325880"/>
            <a:ext cx="9144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94560" y="1325880"/>
            <a:ext cx="914400" cy="33284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1325880"/>
            <a:ext cx="9144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08960" y="1325880"/>
            <a:ext cx="914400" cy="33284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325880"/>
            <a:ext cx="9144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23360" y="1325880"/>
            <a:ext cx="914400" cy="33284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1325880"/>
            <a:ext cx="9144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1658722"/>
            <a:ext cx="9144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65872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80160" y="1658722"/>
            <a:ext cx="91440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65872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94560" y="1658722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165872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108960" y="1658722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165872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023360" y="1658722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0" y="165872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2134210"/>
            <a:ext cx="9144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13421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280160" y="2134210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213421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194560" y="2134210"/>
            <a:ext cx="91440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94560" y="213421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108960" y="2134210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213421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023360" y="2134210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0" y="213421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2609698"/>
            <a:ext cx="9144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60969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280160" y="2609698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80160" y="260969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194560" y="2609698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94560" y="260969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108960" y="2609698"/>
            <a:ext cx="91440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08960" y="260969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023360" y="2609698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23360" y="260969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65760" y="3085186"/>
            <a:ext cx="9144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08518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280160" y="3085186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80160" y="308518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194560" y="3085186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94560" y="308518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108960" y="3085186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08960" y="308518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023360" y="3085186"/>
            <a:ext cx="91440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23360" y="308518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65760" y="3670402"/>
            <a:ext cx="18288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" y="367040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463040" y="3670402"/>
            <a:ext cx="182880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691640" y="367040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error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074920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074920" y="1600200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074920" y="1600200"/>
            <a:ext cx="54864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12080" y="1819656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12080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632704" y="1746504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confused a Critical email for Low. That is the most important safety check.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074920" y="2624328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074920" y="2624328"/>
            <a:ext cx="54864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212080" y="2843784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12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632704" y="277063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Low emails were called Normal. These are harmless — the email still gets read, just slightly sooner.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5074920" y="3648456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5074920" y="3648456"/>
            <a:ext cx="54864" cy="8686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212080" y="3867912"/>
            <a:ext cx="329184" cy="329184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212080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5632704" y="379476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Critical slipped into High — still urgent, just one level off. Rarely causes a real problem.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 —  Why Did the AI Give That Label?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doesn't just give a label — it tells you which words drove the decision.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280160"/>
            <a:ext cx="54864" cy="3474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353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SHAP works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16642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assigns each word or feature a score: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084832"/>
            <a:ext cx="109728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0848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score  → pushed the email toward this priority label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496312"/>
            <a:ext cx="109728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4963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score  → pushed the email away from this label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907792"/>
            <a:ext cx="109728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9077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  → had little effect on the decision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36499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because a user can see exactly why an email was labelled Critical — and challenge it if the AI got it wrong.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0050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includes: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251960"/>
            <a:ext cx="36576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2611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"shap_values": { "urgent": 0.42, "asap": 0.31, "breach": 0.28 } }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128016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280160"/>
            <a:ext cx="54864" cy="3474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353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email labelled "CRITICAL"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1664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words that pushed the AI toward CRITICAL: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20299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"urgent"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70448" y="2084832"/>
            <a:ext cx="219456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19872" y="20299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4871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"asap"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70448" y="2542032"/>
            <a:ext cx="1623974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9286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+0.31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29443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"breach"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70448" y="2999232"/>
            <a:ext cx="1470355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95667" y="2944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+0.28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34015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"action"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870448" y="3456432"/>
            <a:ext cx="987552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12864" y="3401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38587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"required"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870448" y="3913632"/>
            <a:ext cx="724205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49517" y="3858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4389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with negative scores (pushed away from CRITICAL) are also shown, giving a full picture of the decision.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Product  —  A Tool You Can Actually Use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05840"/>
            <a:ext cx="54864" cy="3749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78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(the engine)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444752"/>
            <a:ext cx="548640" cy="21945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447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78992" y="1444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16824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one email, get priority + confidence + top reasons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548640" cy="21945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031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78992" y="21031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/batch_predict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3408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up to 100 emails in one call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61488"/>
            <a:ext cx="54864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61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78992" y="27614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29992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the service is running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19856"/>
            <a:ext cx="54864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198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78992" y="34198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/model_info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3657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model is active and its score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4133088"/>
            <a:ext cx="40233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5137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"priority": "critical",  "confidence": 0.91,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"shap_values": { "urgent": 0.42 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"model_used": "xgboost" }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100584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005840"/>
            <a:ext cx="54864" cy="3749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078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 (what you see)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00600" y="149961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14904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66360" y="17190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— total emails, priority chart, model status card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224942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22402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2468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 email — get priority, confidence, and SHAP word reasons instantly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299923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29900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66360" y="32186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breakdown: confidence bar chart + feature scores for that email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374904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37398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66360" y="39684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table of every email classified, with priority badges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63440" y="4133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 · scikit-learn · XGBoost · SHAP · Flask  →  Ruby on Rails · Chart.js · Docker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051560"/>
          </a:xfrm>
          <a:prstGeom prst="rect">
            <a:avLst/>
          </a:prstGeom>
          <a:solidFill>
            <a:srgbClr val="1A3466"/>
          </a:solidFill>
          <a:ln w="12700">
            <a:solidFill>
              <a:srgbClr val="1A34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28600"/>
            <a:ext cx="502920" cy="50292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 &amp;  What Comes Next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of what worked, what the limits are, and where this project could go from here.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98448"/>
            <a:ext cx="54864" cy="3520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8308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7556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model hit 74.6% accuracy on brand-new emails — clearing our target.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441448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41401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XGBoost confirmed the labelling was consistent.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09981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07238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made the worst mistake: Critical confused for Low — zero times.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75818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73075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ships: API, dashboard, SHAP explanations, safety fallback, Docker packaging.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298448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298448"/>
            <a:ext cx="54864" cy="3520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&amp; next steps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28032" y="1810512"/>
            <a:ext cx="2011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7830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were defined by signal phrases — human validation on a held-out sample is the real next step.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2468880"/>
            <a:ext cx="2011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4414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vs Normal is still the main failure point — 59 misclassifications need a sharper signal.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3127248"/>
            <a:ext cx="2011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09981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training data from other domains would improve generalisation beyond Enron/SpamAssassin.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3785616"/>
            <a:ext cx="2011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75818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emails (fake-urgent wording) have not been tested — an important open challenge.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736592"/>
            <a:ext cx="914400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736592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are welcome!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0" y="473659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U2911515  ·  MSc AI, University of East London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Email Priority Classifier</dc:title>
  <dc:subject>PptxGenJS Presentation</dc:subject>
  <dc:creator>Muhammad Usama Islam</dc:creator>
  <cp:lastModifiedBy>Muhammad Usama Islam</cp:lastModifiedBy>
  <cp:revision>1</cp:revision>
  <dcterms:created xsi:type="dcterms:W3CDTF">2026-05-12T10:23:41Z</dcterms:created>
  <dcterms:modified xsi:type="dcterms:W3CDTF">2026-05-12T10:23:41Z</dcterms:modified>
</cp:coreProperties>
</file>